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A5526A-AB51-4639-81BC-30C04212BBC1}" v="33" dt="2026-02-11T15:31:38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704" y="-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Devos" userId="dcdbd058-477c-4b7b-bfe0-fcd966275550" providerId="ADAL" clId="{178B7898-1D5E-47FC-99B9-159F70A134B7}"/>
    <pc:docChg chg="undo redo custSel addSld delSld modSld">
      <pc:chgData name="Louise Devos" userId="dcdbd058-477c-4b7b-bfe0-fcd966275550" providerId="ADAL" clId="{178B7898-1D5E-47FC-99B9-159F70A134B7}" dt="2026-02-11T15:41:08.707" v="681" actId="20577"/>
      <pc:docMkLst>
        <pc:docMk/>
      </pc:docMkLst>
      <pc:sldChg chg="delSp del">
        <pc:chgData name="Louise Devos" userId="dcdbd058-477c-4b7b-bfe0-fcd966275550" providerId="ADAL" clId="{178B7898-1D5E-47FC-99B9-159F70A134B7}" dt="2026-02-11T13:41:25.661" v="644" actId="2696"/>
        <pc:sldMkLst>
          <pc:docMk/>
          <pc:sldMk cId="1189302669" sldId="256"/>
        </pc:sldMkLst>
      </pc:sldChg>
      <pc:sldChg chg="addSp delSp modSp add mod">
        <pc:chgData name="Louise Devos" userId="dcdbd058-477c-4b7b-bfe0-fcd966275550" providerId="ADAL" clId="{178B7898-1D5E-47FC-99B9-159F70A134B7}" dt="2026-02-11T15:41:08.707" v="681" actId="20577"/>
        <pc:sldMkLst>
          <pc:docMk/>
          <pc:sldMk cId="2478018458" sldId="257"/>
        </pc:sldMkLst>
        <pc:spChg chg="add mod">
          <ac:chgData name="Louise Devos" userId="dcdbd058-477c-4b7b-bfe0-fcd966275550" providerId="ADAL" clId="{178B7898-1D5E-47FC-99B9-159F70A134B7}" dt="2026-02-11T13:35:52.878" v="513" actId="1076"/>
          <ac:spMkLst>
            <pc:docMk/>
            <pc:sldMk cId="2478018458" sldId="257"/>
            <ac:spMk id="2" creationId="{E1011518-ACC1-0EC8-EA8D-2BDB42E99414}"/>
          </ac:spMkLst>
        </pc:spChg>
        <pc:spChg chg="mod">
          <ac:chgData name="Louise Devos" userId="dcdbd058-477c-4b7b-bfe0-fcd966275550" providerId="ADAL" clId="{178B7898-1D5E-47FC-99B9-159F70A134B7}" dt="2026-02-11T13:10:43.336" v="131" actId="14100"/>
          <ac:spMkLst>
            <pc:docMk/>
            <pc:sldMk cId="2478018458" sldId="257"/>
            <ac:spMk id="4" creationId="{C1E5A704-EBAE-02EF-20C7-5316D1677EAE}"/>
          </ac:spMkLst>
        </pc:spChg>
        <pc:spChg chg="mod">
          <ac:chgData name="Louise Devos" userId="dcdbd058-477c-4b7b-bfe0-fcd966275550" providerId="ADAL" clId="{178B7898-1D5E-47FC-99B9-159F70A134B7}" dt="2026-02-11T13:10:40.610" v="130" actId="14100"/>
          <ac:spMkLst>
            <pc:docMk/>
            <pc:sldMk cId="2478018458" sldId="257"/>
            <ac:spMk id="5" creationId="{73BAE585-0AE4-9C9E-2B98-C8F8BECF8C0F}"/>
          </ac:spMkLst>
        </pc:spChg>
        <pc:spChg chg="mod">
          <ac:chgData name="Louise Devos" userId="dcdbd058-477c-4b7b-bfe0-fcd966275550" providerId="ADAL" clId="{178B7898-1D5E-47FC-99B9-159F70A134B7}" dt="2026-02-11T15:31:38.626" v="668" actId="14100"/>
          <ac:spMkLst>
            <pc:docMk/>
            <pc:sldMk cId="2478018458" sldId="257"/>
            <ac:spMk id="6" creationId="{F27BA89B-AA75-5287-AB23-156924412309}"/>
          </ac:spMkLst>
        </pc:spChg>
        <pc:spChg chg="mod">
          <ac:chgData name="Louise Devos" userId="dcdbd058-477c-4b7b-bfe0-fcd966275550" providerId="ADAL" clId="{178B7898-1D5E-47FC-99B9-159F70A134B7}" dt="2026-02-11T13:13:11.115" v="174" actId="20577"/>
          <ac:spMkLst>
            <pc:docMk/>
            <pc:sldMk cId="2478018458" sldId="257"/>
            <ac:spMk id="7" creationId="{858CBD0D-F04E-509A-38BB-1877317D8CE9}"/>
          </ac:spMkLst>
        </pc:spChg>
        <pc:spChg chg="mod">
          <ac:chgData name="Louise Devos" userId="dcdbd058-477c-4b7b-bfe0-fcd966275550" providerId="ADAL" clId="{178B7898-1D5E-47FC-99B9-159F70A134B7}" dt="2026-02-11T13:25:48.908" v="457" actId="20577"/>
          <ac:spMkLst>
            <pc:docMk/>
            <pc:sldMk cId="2478018458" sldId="257"/>
            <ac:spMk id="8" creationId="{5E1B1DAE-0282-F541-AE64-D47BA6432ADF}"/>
          </ac:spMkLst>
        </pc:spChg>
        <pc:spChg chg="mod">
          <ac:chgData name="Louise Devos" userId="dcdbd058-477c-4b7b-bfe0-fcd966275550" providerId="ADAL" clId="{178B7898-1D5E-47FC-99B9-159F70A134B7}" dt="2026-02-11T13:20:45.294" v="403" actId="20577"/>
          <ac:spMkLst>
            <pc:docMk/>
            <pc:sldMk cId="2478018458" sldId="257"/>
            <ac:spMk id="9" creationId="{977A6D4F-C476-BBDD-0807-0FDB24299FA6}"/>
          </ac:spMkLst>
        </pc:spChg>
        <pc:spChg chg="mod">
          <ac:chgData name="Louise Devos" userId="dcdbd058-477c-4b7b-bfe0-fcd966275550" providerId="ADAL" clId="{178B7898-1D5E-47FC-99B9-159F70A134B7}" dt="2026-02-11T13:26:44.750" v="505" actId="20577"/>
          <ac:spMkLst>
            <pc:docMk/>
            <pc:sldMk cId="2478018458" sldId="257"/>
            <ac:spMk id="10" creationId="{04286A8F-A370-AB9A-B4FB-5AD8DE499889}"/>
          </ac:spMkLst>
        </pc:spChg>
        <pc:spChg chg="mod">
          <ac:chgData name="Louise Devos" userId="dcdbd058-477c-4b7b-bfe0-fcd966275550" providerId="ADAL" clId="{178B7898-1D5E-47FC-99B9-159F70A134B7}" dt="2026-02-11T13:37:13.357" v="528" actId="20577"/>
          <ac:spMkLst>
            <pc:docMk/>
            <pc:sldMk cId="2478018458" sldId="257"/>
            <ac:spMk id="11" creationId="{3BCC317A-0DF7-413B-AB2A-8B3CB571D47F}"/>
          </ac:spMkLst>
        </pc:spChg>
        <pc:spChg chg="mod">
          <ac:chgData name="Louise Devos" userId="dcdbd058-477c-4b7b-bfe0-fcd966275550" providerId="ADAL" clId="{178B7898-1D5E-47FC-99B9-159F70A134B7}" dt="2026-02-11T15:41:08.707" v="681" actId="20577"/>
          <ac:spMkLst>
            <pc:docMk/>
            <pc:sldMk cId="2478018458" sldId="257"/>
            <ac:spMk id="12" creationId="{78AEDE66-3182-C7BE-AF4B-7316A25EBDF3}"/>
          </ac:spMkLst>
        </pc:spChg>
        <pc:spChg chg="mod">
          <ac:chgData name="Louise Devos" userId="dcdbd058-477c-4b7b-bfe0-fcd966275550" providerId="ADAL" clId="{178B7898-1D5E-47FC-99B9-159F70A134B7}" dt="2026-02-11T13:40:27.883" v="639" actId="1076"/>
          <ac:spMkLst>
            <pc:docMk/>
            <pc:sldMk cId="2478018458" sldId="257"/>
            <ac:spMk id="13" creationId="{5488EF09-2444-8310-4B0F-9E543839F19D}"/>
          </ac:spMkLst>
        </pc:spChg>
        <pc:spChg chg="del mod">
          <ac:chgData name="Louise Devos" userId="dcdbd058-477c-4b7b-bfe0-fcd966275550" providerId="ADAL" clId="{178B7898-1D5E-47FC-99B9-159F70A134B7}" dt="2026-02-11T13:09:21.769" v="92" actId="478"/>
          <ac:spMkLst>
            <pc:docMk/>
            <pc:sldMk cId="2478018458" sldId="257"/>
            <ac:spMk id="14" creationId="{53D03E23-6E5F-C52C-BB00-BE0DCC89269A}"/>
          </ac:spMkLst>
        </pc:spChg>
        <pc:cxnChg chg="add mod">
          <ac:chgData name="Louise Devos" userId="dcdbd058-477c-4b7b-bfe0-fcd966275550" providerId="ADAL" clId="{178B7898-1D5E-47FC-99B9-159F70A134B7}" dt="2026-02-11T13:13:37.924" v="179" actId="1076"/>
          <ac:cxnSpMkLst>
            <pc:docMk/>
            <pc:sldMk cId="2478018458" sldId="257"/>
            <ac:cxnSpMk id="3" creationId="{BAE3CE7F-E58D-9DCD-93CA-2FE7B079B9B8}"/>
          </ac:cxnSpMkLst>
        </pc:cxnChg>
        <pc:cxnChg chg="add del mod">
          <ac:chgData name="Louise Devos" userId="dcdbd058-477c-4b7b-bfe0-fcd966275550" providerId="ADAL" clId="{178B7898-1D5E-47FC-99B9-159F70A134B7}" dt="2026-02-11T13:36:44.334" v="519" actId="478"/>
          <ac:cxnSpMkLst>
            <pc:docMk/>
            <pc:sldMk cId="2478018458" sldId="257"/>
            <ac:cxnSpMk id="19" creationId="{E5D38AEC-41EE-EC65-C1CE-F682DE89EB84}"/>
          </ac:cxnSpMkLst>
        </pc:cxnChg>
        <pc:cxnChg chg="add mod">
          <ac:chgData name="Louise Devos" userId="dcdbd058-477c-4b7b-bfe0-fcd966275550" providerId="ADAL" clId="{178B7898-1D5E-47FC-99B9-159F70A134B7}" dt="2026-02-11T15:31:38.626" v="668" actId="14100"/>
          <ac:cxnSpMkLst>
            <pc:docMk/>
            <pc:sldMk cId="2478018458" sldId="257"/>
            <ac:cxnSpMk id="21" creationId="{6DCF53FB-F87E-1AF7-3D12-15F28ABF468D}"/>
          </ac:cxnSpMkLst>
        </pc:cxnChg>
        <pc:cxnChg chg="add del mod">
          <ac:chgData name="Louise Devos" userId="dcdbd058-477c-4b7b-bfe0-fcd966275550" providerId="ADAL" clId="{178B7898-1D5E-47FC-99B9-159F70A134B7}" dt="2026-02-11T11:06:56.519" v="14" actId="478"/>
          <ac:cxnSpMkLst>
            <pc:docMk/>
            <pc:sldMk cId="2478018458" sldId="257"/>
            <ac:cxnSpMk id="30" creationId="{85437123-C281-2096-23C5-3F206A5D3F92}"/>
          </ac:cxnSpMkLst>
        </pc:cxnChg>
        <pc:cxnChg chg="mod">
          <ac:chgData name="Louise Devos" userId="dcdbd058-477c-4b7b-bfe0-fcd966275550" providerId="ADAL" clId="{178B7898-1D5E-47FC-99B9-159F70A134B7}" dt="2026-02-11T12:36:18.881" v="17" actId="1076"/>
          <ac:cxnSpMkLst>
            <pc:docMk/>
            <pc:sldMk cId="2478018458" sldId="257"/>
            <ac:cxnSpMk id="32" creationId="{D3C7A4F1-73E7-5BCE-0CDB-7023333E7BE5}"/>
          </ac:cxnSpMkLst>
        </pc:cxnChg>
        <pc:cxnChg chg="del">
          <ac:chgData name="Louise Devos" userId="dcdbd058-477c-4b7b-bfe0-fcd966275550" providerId="ADAL" clId="{178B7898-1D5E-47FC-99B9-159F70A134B7}" dt="2026-02-11T13:09:20.766" v="91" actId="478"/>
          <ac:cxnSpMkLst>
            <pc:docMk/>
            <pc:sldMk cId="2478018458" sldId="257"/>
            <ac:cxnSpMk id="40" creationId="{E6CDE3E4-3DDC-B0C8-E4D4-FED01F69D196}"/>
          </ac:cxnSpMkLst>
        </pc:cxnChg>
        <pc:cxnChg chg="mod">
          <ac:chgData name="Louise Devos" userId="dcdbd058-477c-4b7b-bfe0-fcd966275550" providerId="ADAL" clId="{178B7898-1D5E-47FC-99B9-159F70A134B7}" dt="2026-02-11T11:06:41.580" v="10" actId="1076"/>
          <ac:cxnSpMkLst>
            <pc:docMk/>
            <pc:sldMk cId="2478018458" sldId="257"/>
            <ac:cxnSpMk id="44" creationId="{65BD2C76-E4B0-5FB5-B27C-70EBCA8FDBB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104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583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7506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228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5996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825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119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6374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7454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05105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02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1C3D4-F276-4D24-B0AE-349C1482CA9E}" type="datetimeFigureOut">
              <a:rPr lang="en-BE" smtClean="0"/>
              <a:t>11/02/2026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3F819-D85D-437E-8CAD-7B0C4D40089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226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98F4-4001-B035-C0F1-D69A1FC6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C1E5A704-EBAE-02EF-20C7-5316D1677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712" y="1288653"/>
            <a:ext cx="1962151" cy="370330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from previous reviews and personal correspondence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73BAE585-0AE4-9C9E-2B98-C8F8BECF8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62" y="1261403"/>
            <a:ext cx="3568700" cy="397580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studies via database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27BA89B-AA75-5287-AB23-156924412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314" y="1880527"/>
            <a:ext cx="1962151" cy="138404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studies identified through backward citation tracking (Auspurg et al., 2019; Flage, 2018, 2021; Quillian et al., 2020) and personal correspondence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B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N=7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58CBD0D-F04E-509A-38BB-1877317D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62" y="1880528"/>
            <a:ext cx="1666875" cy="11350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tudies identified through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Scholar and Web of Science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5,011 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E1B1DAE-0282-F541-AE64-D47BA6432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62" y="3339441"/>
            <a:ext cx="1666875" cy="11350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from which titles and abstracts were evaluated against eligibility criteria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2,801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77A6D4F-C476-BBDD-0807-0FDB24299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62" y="4799941"/>
            <a:ext cx="1666875" cy="11350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from which full text was evaluated against eligibility criteria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355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4286A8F-A370-AB9A-B4FB-5AD8DE499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62" y="6260441"/>
            <a:ext cx="1666875" cy="11350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included in the review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107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BCC317A-0DF7-413B-AB2A-8B3CB571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62" y="7719353"/>
            <a:ext cx="1666875" cy="11350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studies in the review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114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8AEDE66-3182-C7BE-AF4B-7316A25EB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885" y="5209247"/>
            <a:ext cx="1666875" cy="235431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Discrimination ground out of scope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49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from a </a:t>
            </a:r>
            <a:r>
              <a:rPr kumimoji="0" lang="en-US" altLang="en-B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study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18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correspondence experiment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164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raw data available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 out of scope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N=2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5488EF09-2444-8310-4B0F-9E543839F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884" y="4175672"/>
            <a:ext cx="1666875" cy="871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excluded and duplicates removed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2,446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29FED26A-1FCF-1567-F7BC-AE28C490004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-147071" y="2296365"/>
            <a:ext cx="1135063" cy="323850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D60A5A0B-D1FD-2DDF-F77F-B6C791F0567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-877321" y="4483940"/>
            <a:ext cx="2595563" cy="323850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Screening</a:t>
            </a:r>
            <a:endParaRPr kumimoji="0" lang="nl-NL" altLang="en-B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4827EFA3-099F-B3DF-C08F-356C084D0F2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-877321" y="7404940"/>
            <a:ext cx="2595563" cy="323850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en-BE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Included</a:t>
            </a:r>
            <a:endParaRPr kumimoji="0" lang="nl-NL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39">
            <a:extLst>
              <a:ext uri="{FF2B5EF4-FFF2-40B4-BE49-F238E27FC236}">
                <a16:creationId xmlns:a16="http://schemas.microsoft.com/office/drawing/2014/main" id="{6132E9A9-6EBE-9338-EE24-8E458DE32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086" y="120178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BE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C7A4F1-73E7-5BCE-0CDB-7023333E7BE5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609500" y="3015591"/>
            <a:ext cx="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20C2EEA-0262-51A6-927E-6384CE7B5592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609500" y="4474503"/>
            <a:ext cx="0" cy="325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743F1C-F56A-330F-A298-A8013914BB2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1609500" y="5935003"/>
            <a:ext cx="0" cy="325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5F597C-6DF1-AB37-6051-3243D68884C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609500" y="7395503"/>
            <a:ext cx="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6B6B8E6-306E-BDAB-D21F-5EBCDA33AB53}"/>
              </a:ext>
            </a:extLst>
          </p:cNvPr>
          <p:cNvCxnSpPr/>
          <p:nvPr/>
        </p:nvCxnSpPr>
        <p:spPr>
          <a:xfrm>
            <a:off x="1609500" y="4614021"/>
            <a:ext cx="10683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BD2C76-E4B0-5FB5-B27C-70EBCA8FDBB3}"/>
              </a:ext>
            </a:extLst>
          </p:cNvPr>
          <p:cNvCxnSpPr/>
          <p:nvPr/>
        </p:nvCxnSpPr>
        <p:spPr>
          <a:xfrm>
            <a:off x="1609500" y="6050936"/>
            <a:ext cx="10683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0">
            <a:extLst>
              <a:ext uri="{FF2B5EF4-FFF2-40B4-BE49-F238E27FC236}">
                <a16:creationId xmlns:a16="http://schemas.microsoft.com/office/drawing/2014/main" id="{E1011518-ACC1-0EC8-EA8D-2BDB42E99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884" y="2744145"/>
            <a:ext cx="1666875" cy="87213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Scholar results excluded beyond first 100 pages</a:t>
            </a:r>
            <a:endParaRPr kumimoji="0" lang="en-US" altLang="en-BE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B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 </a:t>
            </a:r>
            <a:r>
              <a:rPr lang="en-US" altLang="en-B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2,210</a:t>
            </a:r>
            <a:endParaRPr kumimoji="0" lang="en-US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E3CE7F-E58D-9DCD-93CA-2FE7B079B9B8}"/>
              </a:ext>
            </a:extLst>
          </p:cNvPr>
          <p:cNvCxnSpPr/>
          <p:nvPr/>
        </p:nvCxnSpPr>
        <p:spPr>
          <a:xfrm>
            <a:off x="1609499" y="3174357"/>
            <a:ext cx="10683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DCF53FB-F87E-1AF7-3D12-15F28ABF468D}"/>
              </a:ext>
            </a:extLst>
          </p:cNvPr>
          <p:cNvCxnSpPr>
            <a:stCxn id="6" idx="2"/>
            <a:endCxn id="11" idx="3"/>
          </p:cNvCxnSpPr>
          <p:nvPr/>
        </p:nvCxnSpPr>
        <p:spPr>
          <a:xfrm rot="5400000">
            <a:off x="1519506" y="4188000"/>
            <a:ext cx="5022317" cy="31754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018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156</Words>
  <Application>Microsoft Office PowerPoint</Application>
  <PresentationFormat>A4 Paper (210x297 mm)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Devos</dc:creator>
  <cp:lastModifiedBy>Louise Devos</cp:lastModifiedBy>
  <cp:revision>1</cp:revision>
  <dcterms:created xsi:type="dcterms:W3CDTF">2026-02-09T14:52:32Z</dcterms:created>
  <dcterms:modified xsi:type="dcterms:W3CDTF">2026-02-11T15:41:11Z</dcterms:modified>
</cp:coreProperties>
</file>